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2147"/>
                </a:solidFill>
              </a:defRPr>
            </a:pPr>
            <a:r>
              <a:t>ControlPartner 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6CB0"/>
                </a:solidFill>
              </a:defRPr>
            </a:pPr>
            <a:r>
              <a:t>Supplier Evaluation Report — Product 1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Industrial Automation &amp; Control Systems | Norway | 40-46 Employees | NOK 57.3M Revenue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Source: Manu Forti Intelligence | Confidential | March 2026 | Product 1 Lite (Limited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OVERALL RISK: MEDIUM</a:t>
            </a:r>
          </a:p>
          <a:p>
            <a:pPr>
              <a:defRPr sz="1400"/>
            </a:pPr>
            <a:r>
              <a:t>Risk Score: 52/100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 Confidence: MEDIUM</a:t>
            </a:r>
          </a:p>
          <a:p>
            <a:pPr>
              <a:defRPr sz="1400"/>
            </a:pPr>
            <a:r>
              <a:t>(Single year financials)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Key Insight: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ControlPartner is a small but established Norwegian automation specialist with solid 2023 financials. Recent Uniwater acquisition provides strategic backing but introduces integration uncertainty. Limited scale and single-year financial data constrain risk assessment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Risk Factors:</a:t>
            </a:r>
          </a:p>
          <a:p>
            <a:pPr>
              <a:defRPr sz="1100"/>
            </a:pPr>
            <a:r>
              <a:t>• Financial: LOW-MEDIUM — Solid 2023 results, positive net cash</a:t>
            </a:r>
          </a:p>
          <a:p>
            <a:pPr>
              <a:defRPr sz="1100"/>
            </a:pPr>
            <a:r>
              <a:t>• Operational: MEDIUM — Recent acquisition creates uncertainty</a:t>
            </a:r>
          </a:p>
          <a:p>
            <a:pPr>
              <a:defRPr sz="1100"/>
            </a:pPr>
            <a:r>
              <a:t>• Geopolitical: LOW — Norway-based, stable market</a:t>
            </a:r>
          </a:p>
          <a:p>
            <a:pPr>
              <a:defRPr sz="1100"/>
            </a:pPr>
            <a:r>
              <a:t>• ESG: LOW-MEDIUM — No published data, assumed compliant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solidFill>
            <a:srgbClr val="D69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APPROVE with CONDITIONS (Medium Confidence)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Conditions for Approval: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1. Confirm Uniwater acquisition completion and integration plan</a:t>
            </a:r>
          </a:p>
          <a:p>
            <a:pPr>
              <a:defRPr sz="1200"/>
            </a:pPr>
            <a:r>
              <a:t>2. Obtain parent company guarantee for contracts &gt;NOK 10M</a:t>
            </a:r>
          </a:p>
          <a:p>
            <a:pPr>
              <a:defRPr sz="1200"/>
            </a:pPr>
            <a:r>
              <a:t>3. Require key person retention clauses for critical personnel</a:t>
            </a:r>
          </a:p>
          <a:p>
            <a:pPr>
              <a:defRPr sz="1200"/>
            </a:pPr>
            <a:r>
              <a:t>4. Request 2024 financials when available (post-acquisition)</a:t>
            </a:r>
          </a:p>
          <a:p>
            <a:pPr>
              <a:defRPr sz="1200"/>
            </a:pPr>
            <a:r>
              <a:t>5. Conduct site audit of Porsgrunn facilities before contract award</a:t>
            </a:r>
          </a:p>
          <a:p>
            <a:pPr>
              <a:defRPr sz="1200"/>
            </a:pPr>
            <a:r>
              <a:t>6. Establish clear escalation path to Uniwater management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Risk Summary: Financial LOW-MEDIUM | Operational MEDIUM | Geopolitical LOW | ESG LOW-MEDIUM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