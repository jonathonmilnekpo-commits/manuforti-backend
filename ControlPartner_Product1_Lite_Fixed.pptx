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2147"/>
                </a:solidFill>
              </a:defRPr>
            </a:pPr>
            <a:r>
              <a:t>ControlPartner 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Supplier Evaluation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18096"/>
                </a:solidFill>
              </a:defRPr>
            </a:pPr>
            <a:r>
              <a:t>Product 1 Lite — Limited Data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18096"/>
                </a:solidFill>
              </a:defRPr>
            </a:pPr>
            <a:r>
              <a:t>Industrial Automation &amp; Control Systems | Norway</a:t>
            </a:r>
          </a:p>
          <a:p>
            <a:pPr>
              <a:defRPr sz="1400">
                <a:solidFill>
                  <a:srgbClr val="718096"/>
                </a:solidFill>
              </a:defRPr>
            </a:pPr>
            <a:r>
              <a:t>40-46 Employees | NOK 57.3M Revenue (2023) | Acquired by Uniwater Oct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 | Product 1 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18096"/>
                </a:solidFill>
              </a:defRPr>
            </a:pPr>
            <a:r>
              <a:t>[Manu Forti Logo]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5029200" cy="320040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OVERALL RISK ASSESSMENT</a:t>
            </a:r>
          </a:p>
          <a:p>
            <a:pPr>
              <a:defRPr sz="1200">
                <a:solidFill>
                  <a:srgbClr val="718096"/>
                </a:solidFill>
              </a:defRPr>
            </a:pPr>
          </a:p>
          <a:p>
            <a:pPr>
              <a:defRPr sz="3200" b="1">
                <a:solidFill>
                  <a:srgbClr val="D69E2E"/>
                </a:solidFill>
              </a:defRPr>
            </a:pPr>
            <a:r>
              <a:t>MEDIUM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Risk Score: 52/100</a:t>
            </a:r>
          </a:p>
          <a:p>
            <a:pPr>
              <a:defRPr sz="1200">
                <a:solidFill>
                  <a:srgbClr val="718096"/>
                </a:solidFill>
              </a:defRPr>
            </a:pP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Data Confidence: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MEDIUM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(Single year financials)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9728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147"/>
                </a:solidFill>
              </a:defRPr>
            </a:pPr>
            <a:r>
              <a:t>Key Insight</a:t>
            </a:r>
          </a:p>
          <a:p>
            <a:pPr>
              <a:defRPr sz="1200">
                <a:solidFill>
                  <a:srgbClr val="718096"/>
                </a:solidFill>
              </a:defRPr>
            </a:pP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ControlPartner is a small but established Norwegian automation specialist with solid 2023 financials. Recent Uniwater acquisition provides strategic backing but introduces integration uncertainty. Limited scale and single-year financial data constrain risk assessment confidence.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Risk Factor Summary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Financial: LOW-MEDIUM — Solid 2023 results, positive net cash position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Operational: MEDIUM — Recent acquisition creates integration uncertainty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Geopolitical: LOW — Norway-based, stable regulatory environment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ESG: LOW-MEDIUM — No published data, assumed compliant with Norwegian standards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 | Product 1 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18096"/>
                </a:solidFill>
              </a:defRPr>
            </a:pPr>
            <a:r>
              <a:t>[Manu Forti Logo]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solidFill>
            <a:srgbClr val="D69E2E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APPROVE with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18096"/>
                </a:solidFill>
              </a:defRPr>
            </a:pPr>
            <a:r>
              <a:t>Medium Confidence — Limited financial data (single year)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0972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Conditions for Approval:</a:t>
            </a:r>
          </a:p>
          <a:p>
            <a:pPr>
              <a:defRPr sz="1200">
                <a:solidFill>
                  <a:srgbClr val="718096"/>
                </a:solidFill>
              </a:defRPr>
            </a:pP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1. Confirm Uniwater acquisition completion and integration plan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2. Obtain parent company guarantee for contracts &gt;NOK 10M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3. Require key person retention clauses for critical personnel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4. Request 2024 financials when available (post-acquisition)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5. Conduct site audit of Porsgrunn facilities before contract award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6. Establish clear escalation path to Uniwater management</a:t>
            </a:r>
          </a:p>
          <a:p>
            <a:pPr>
              <a:defRPr sz="1200">
                <a:solidFill>
                  <a:srgbClr val="718096"/>
                </a:solidFill>
              </a:defRPr>
            </a:pP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Risk Summary: Financial LOW-MEDIUM | Operational MEDIUM | Geopolitical LOW | ESG LOW-MEDIUM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 | Product 1 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18096"/>
                </a:solidFill>
              </a:defRPr>
            </a:pPr>
            <a:r>
              <a:t>[Manu Forti Logo]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