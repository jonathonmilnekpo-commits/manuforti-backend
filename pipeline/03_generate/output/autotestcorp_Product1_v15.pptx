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SUPPLIER EVALUATION REPORT</a:t>
            </a:r>
          </a:p>
          <a:p>
            <a:r>
              <a:t>AutoTestCorp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[MOCK] Limited operational data</a:t>
            </a:r>
          </a:p>
          <a:p>
            <a:r>
              <a:t>Revenue data extracted from sources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AutoTestCorp — Risk &amp; Suitability Overview</a:t>
            </a:r>
          </a:p>
          <a:p/>
          <a:p>
            <a:r>
              <a:t>OVERALL RISK: MEDIUM</a:t>
            </a:r>
          </a:p>
          <a:p>
            <a:r>
              <a:t>Risk Score: 50/100</a:t>
            </a:r>
          </a:p>
          <a:p/>
          <a:p>
            <a:r>
              <a:t>Key Insight:</a:t>
            </a:r>
          </a:p>
          <a:p>
            <a:r>
              <a:t>[MOCK] Limited data available for AutoTestCorp</a:t>
            </a:r>
          </a:p>
          <a:p/>
          <a:p>
            <a:r>
              <a:t>Risk Factors:</a:t>
            </a:r>
          </a:p>
          <a:p>
            <a:r>
              <a:t>• API unavailable - using mock generation</a:t>
            </a:r>
          </a:p>
          <a:p/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RECOMMENDATION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RECOMMENDATION: FLAG_FOR_REVIEW</a:t>
            </a:r>
          </a:p>
          <a:p/>
          <a:p>
            <a:r>
              <a:t>AutoTestCorp is recommended for [MOCK] Limited operational data.</a:t>
            </a:r>
          </a:p>
          <a:p/>
          <a:p>
            <a:r>
              <a:t>Commercial Conditions:</a:t>
            </a:r>
          </a:p>
          <a:p>
            <a:r>
              <a:t>• Re-run with live API</a:t>
            </a:r>
          </a:p>
          <a:p/>
          <a:p>
            <a:r>
              <a:t>Risk Summary:</a:t>
            </a:r>
          </a:p>
          <a:p>
            <a:r>
              <a:t>• Financial: UNKNOWN</a:t>
            </a:r>
          </a:p>
          <a:p>
            <a:r>
              <a:t>• Operational: UNKNOWN</a:t>
            </a:r>
          </a:p>
          <a:p>
            <a:r>
              <a:t>• Geopolitical: UNKNOWN</a:t>
            </a:r>
          </a:p>
          <a:p>
            <a:r>
              <a:t>• ESG: UNKNOWN</a:t>
            </a:r>
          </a:p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SUPPLIER PROFILE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Corporate Structure &amp; Global Footprint</a:t>
            </a:r>
          </a:p>
          <a:p/>
          <a:p>
            <a:r>
              <a:t>Company Overview:</a:t>
            </a:r>
          </a:p>
          <a:p>
            <a:r>
              <a:t>AutoTestCorp is a supplier analyzed through automated intelligence pipeline.</a:t>
            </a:r>
          </a:p>
          <a:p/>
          <a:p>
            <a:r>
              <a:t>Leadership:</a:t>
            </a:r>
          </a:p>
          <a:p>
            <a:r>
              <a:t>See raw extraction — TBD</a:t>
            </a:r>
          </a:p>
          <a:p>
            <a:r>
              <a:t>  N/A</a:t>
            </a:r>
          </a:p>
          <a:p/>
          <a:p>
            <a:r>
              <a:t>Headquarters: TBD</a:t>
            </a:r>
          </a:p>
          <a:p>
            <a:r>
              <a:t>Employees: TBD</a:t>
            </a:r>
          </a:p>
          <a:p/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FINANCIAL HEALTH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Revenue &amp; EBITDA Trajectory</a:t>
            </a:r>
          </a:p>
          <a:p/>
          <a:p>
            <a:r>
              <a:t>Financial Highlights:</a:t>
            </a:r>
          </a:p>
          <a:p>
            <a:r>
              <a:t>• Revenue 2024: N/A (N/A)</a:t>
            </a:r>
          </a:p>
          <a:p>
            <a:r>
              <a:t>• EBITDA: N/A (N/A margin)</a:t>
            </a:r>
          </a:p>
          <a:p>
            <a:r>
              <a:t>• Net Profit: N/A</a:t>
            </a:r>
          </a:p>
          <a:p>
            <a:r>
              <a:t>• 3-Year CAGR: N/A</a:t>
            </a:r>
          </a:p>
          <a:p>
            <a:r>
              <a:t>• Order Book: N/A</a:t>
            </a:r>
          </a:p>
          <a:p>
            <a:r>
              <a:t>• Gross Debt: N/A</a:t>
            </a:r>
          </a:p>
          <a:p>
            <a:r>
              <a:t>• Net Cash: N/A</a:t>
            </a:r>
          </a:p>
          <a:p>
            <a:r>
              <a:t>• Debt/EBITDA: N/A</a:t>
            </a:r>
          </a:p>
          <a:p/>
          <a:p>
            <a:r>
              <a:t>Trend: Stable</a:t>
            </a:r>
          </a:p>
          <a:p/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MARKET POSITION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Marine Contractor Revenue Comparison — 2024</a:t>
            </a:r>
          </a:p>
          <a:p/>
          <a:p>
            <a:r>
              <a:t>Competitive Landscape:</a:t>
            </a:r>
          </a:p>
          <a:p>
            <a:r>
              <a:t>AutoTestCorp ranks #3 globally.</a:t>
            </a:r>
          </a:p>
          <a:p/>
          <a:p>
            <a:r>
              <a:t>Key Competitors:</a:t>
            </a:r>
          </a:p>
          <a:p>
            <a:r>
              <a:t>• Competitor A: N/A</a:t>
            </a:r>
          </a:p>
          <a:p>
            <a:r>
              <a:t>• Competitor B: N/A</a:t>
            </a:r>
          </a:p>
          <a:p/>
          <a:p>
            <a:r>
              <a:t>Competitive Advantages:</a:t>
            </a:r>
          </a:p>
          <a:p>
            <a:r>
              <a:t>• See detailed report</a:t>
            </a:r>
          </a:p>
          <a:p/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OPERATIONAL CAPABILITY &amp; RISK ASSESSMENT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Milestones &amp; Strategic Investment | Risk Matrix</a:t>
            </a:r>
          </a:p>
          <a:p/>
          <a:p>
            <a:r>
              <a:t>Risk Summary:</a:t>
            </a:r>
          </a:p>
          <a:p>
            <a:r>
              <a:t>• Financial: UNKNOWN</a:t>
            </a:r>
          </a:p>
          <a:p>
            <a:r>
              <a:t>• Operational: UNKNOWN</a:t>
            </a:r>
          </a:p>
          <a:p>
            <a:r>
              <a:t>• Geopolitical: UNKNOWN</a:t>
            </a:r>
          </a:p>
          <a:p>
            <a:r>
              <a:t>• ESG: UNKNOWN</a:t>
            </a:r>
          </a:p>
          <a:p/>
          <a:p>
            <a:r>
              <a:t>Key Risks:</a:t>
            </a:r>
          </a:p>
          <a:p>
            <a:r>
              <a:t>• General: See risk assessment... (Impact: Medium)</a:t>
            </a:r>
          </a:p>
          <a:p/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COMMERCIAL INTELLIGENCE &amp; PEER RISK COMPARISON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Benchmarking Radar | Peer Risk Profile</a:t>
            </a:r>
          </a:p>
          <a:p/>
          <a:p>
            <a:r>
              <a:t>Commercial Terms:</a:t>
            </a:r>
          </a:p>
          <a:p>
            <a:r>
              <a:t>• Standard payment terms: Net-30 to Net-60 days</a:t>
            </a:r>
          </a:p>
          <a:p>
            <a:r>
              <a:t>• Milestone/progress payments standard</a:t>
            </a:r>
          </a:p>
          <a:p>
            <a:r>
              <a:t>• Performance bonds typically required</a:t>
            </a:r>
          </a:p>
          <a:p/>
          <a:p>
            <a:r>
              <a:t>Key Watch Points:</a:t>
            </a:r>
          </a:p>
          <a:p>
            <a:r>
              <a:t>⚠ Monitor project-country risk individually</a:t>
            </a:r>
          </a:p>
          <a:p>
            <a:r>
              <a:t>⚠ Review order book concentration</a:t>
            </a:r>
          </a:p>
          <a:p>
            <a:r>
              <a:t>⚠ Track working capital requirements</a:t>
            </a:r>
          </a:p>
          <a:p/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ESG ASSESSMENT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Environmental, Social &amp; Governance Screening</a:t>
            </a:r>
          </a:p>
          <a:p/>
          <a:p>
            <a:r>
              <a:t>Overall Rating: UNKNOWN</a:t>
            </a:r>
          </a:p>
          <a:p/>
          <a:p>
            <a:r>
              <a:t>Pillar Ratings:</a:t>
            </a:r>
          </a:p>
          <a:p>
            <a:r>
              <a:t>• Environmental: MEDIUM</a:t>
            </a:r>
          </a:p>
          <a:p>
            <a:r>
              <a:t>• Social: LOW</a:t>
            </a:r>
          </a:p>
          <a:p>
            <a:r>
              <a:t>• Governance: LOW</a:t>
            </a:r>
          </a:p>
          <a:p/>
          <a:p>
            <a:r>
              <a:t>Controversies:</a:t>
            </a:r>
          </a:p>
          <a:p>
            <a:r>
              <a:t>None identified</a:t>
            </a:r>
          </a:p>
          <a:p/>
          <a:p>
            <a:r>
              <a:t>Source: Manu Forti Intelligence | Confidential | March 2026</a:t>
            </a:r>
          </a:p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