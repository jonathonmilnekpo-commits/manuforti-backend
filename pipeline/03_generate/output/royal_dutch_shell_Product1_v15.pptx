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SUPPLIER EVALUATION REPORT</a:t>
            </a:r>
          </a:p>
          <a:p>
            <a:r>
              <a:t>Royal Dutch Shell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[MOCK] Limited operational data</a:t>
            </a:r>
          </a:p>
          <a:p>
            <a:r>
              <a:t>Revenue data extracted from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Royal Dutch Shell — Risk &amp; Suitability Overview</a:t>
            </a:r>
          </a:p>
          <a:p/>
          <a:p>
            <a:r>
              <a:t>OVERALL RISK: MEDIUM</a:t>
            </a:r>
          </a:p>
          <a:p>
            <a:r>
              <a:t>Risk Score: 50/100</a:t>
            </a:r>
          </a:p>
          <a:p/>
          <a:p>
            <a:r>
              <a:t>Key Insight:</a:t>
            </a:r>
          </a:p>
          <a:p>
            <a:r>
              <a:t>[MOCK] Limited data available for Royal Dutch Shell</a:t>
            </a:r>
          </a:p>
          <a:p/>
          <a:p>
            <a:r>
              <a:t>Risk Factors:</a:t>
            </a:r>
          </a:p>
          <a:p>
            <a:r>
              <a:t>• API unavailable - using mock generation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FLAG_FOR_REVIEW</a:t>
            </a:r>
          </a:p>
          <a:p/>
          <a:p>
            <a:r>
              <a:t>Royal Dutch Shell is recommended for [MOCK] Limited operational data.</a:t>
            </a:r>
          </a:p>
          <a:p/>
          <a:p>
            <a:r>
              <a:t>Commercial Conditions:</a:t>
            </a:r>
          </a:p>
          <a:p>
            <a:r>
              <a:t>• Re-run with live API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Structure &amp; Global Footprint</a:t>
            </a:r>
          </a:p>
          <a:p/>
          <a:p>
            <a:r>
              <a:t>Company Overview:</a:t>
            </a:r>
          </a:p>
          <a:p>
            <a:r>
              <a:t>Royal Dutch Shell is a supplier analyzed through automated intelligence pipeline.</a:t>
            </a:r>
          </a:p>
          <a:p/>
          <a:p>
            <a:r>
              <a:t>Leadership:</a:t>
            </a:r>
          </a:p>
          <a:p>
            <a:r>
              <a:t>See raw extraction — TBD</a:t>
            </a:r>
          </a:p>
          <a:p>
            <a:r>
              <a:t>  N/A</a:t>
            </a:r>
          </a:p>
          <a:p/>
          <a:p>
            <a:r>
              <a:t>Headquarters: TBD</a:t>
            </a:r>
          </a:p>
          <a:p>
            <a:r>
              <a:t>Employees: TBD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&amp; EBITDA Trajectory</a:t>
            </a:r>
          </a:p>
          <a:p/>
          <a:p>
            <a:r>
              <a:t>Financial Highlights:</a:t>
            </a:r>
          </a:p>
          <a:p>
            <a:r>
              <a:t>• Revenue 2024: N/A (N/A)</a:t>
            </a:r>
          </a:p>
          <a:p>
            <a:r>
              <a:t>• EBITDA: N/A (N/A margin)</a:t>
            </a:r>
          </a:p>
          <a:p>
            <a:r>
              <a:t>• Net Profit: N/A</a:t>
            </a:r>
          </a:p>
          <a:p>
            <a:r>
              <a:t>• 3-Year CAGR: N/A</a:t>
            </a:r>
          </a:p>
          <a:p>
            <a:r>
              <a:t>• Order Book: N/A</a:t>
            </a:r>
          </a:p>
          <a:p>
            <a:r>
              <a:t>• Gross Debt: N/A</a:t>
            </a:r>
          </a:p>
          <a:p>
            <a:r>
              <a:t>• Net Cash: N/A</a:t>
            </a:r>
          </a:p>
          <a:p>
            <a:r>
              <a:t>• Debt/EBITDA: N/A</a:t>
            </a:r>
          </a:p>
          <a:p/>
          <a:p>
            <a:r>
              <a:t>Trend: Stable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Marine Contractor Revenue Comparison — 2024</a:t>
            </a:r>
          </a:p>
          <a:p/>
          <a:p>
            <a:r>
              <a:t>Competitive Landscape:</a:t>
            </a:r>
          </a:p>
          <a:p>
            <a:r>
              <a:t>Royal Dutch Shell ranks #3 globally.</a:t>
            </a:r>
          </a:p>
          <a:p/>
          <a:p>
            <a:r>
              <a:t>Key Competitors:</a:t>
            </a:r>
          </a:p>
          <a:p>
            <a:r>
              <a:t>• Competitor A: N/A</a:t>
            </a:r>
          </a:p>
          <a:p>
            <a:r>
              <a:t>• Competitor B: N/A</a:t>
            </a:r>
          </a:p>
          <a:p/>
          <a:p>
            <a:r>
              <a:t>Competitive Advantages:</a:t>
            </a:r>
          </a:p>
          <a:p>
            <a:r>
              <a:t>• See detailed report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CAPABILITY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Milestones &amp; Strategic Investment | Risk Matrix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  <a:p>
            <a:r>
              <a:t>Key Risks:</a:t>
            </a:r>
          </a:p>
          <a:p>
            <a:r>
              <a:t>• General: See risk assessment... (Impact: Medium)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INTELLIGENCE &amp; PEER RISK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Benchmarking Radar | Peer Risk Profile</a:t>
            </a:r>
          </a:p>
          <a:p/>
          <a:p>
            <a:r>
              <a:t>Commercial Terms:</a:t>
            </a:r>
          </a:p>
          <a:p>
            <a:r>
              <a:t>• Standard payment terms: Net-30 to Net-60 days</a:t>
            </a:r>
          </a:p>
          <a:p>
            <a:r>
              <a:t>• Milestone/progress payments standard</a:t>
            </a:r>
          </a:p>
          <a:p>
            <a:r>
              <a:t>• Performance bonds typically required</a:t>
            </a:r>
          </a:p>
          <a:p/>
          <a:p>
            <a:r>
              <a:t>Key Watch Points:</a:t>
            </a:r>
          </a:p>
          <a:p>
            <a:r>
              <a:t>⚠ Monitor project-country risk individually</a:t>
            </a:r>
          </a:p>
          <a:p>
            <a:r>
              <a:t>⚠ Review order book concentration</a:t>
            </a:r>
          </a:p>
          <a:p>
            <a:r>
              <a:t>⚠ Track working capital requirements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Environmental, Social &amp; Governance Screening</a:t>
            </a:r>
          </a:p>
          <a:p/>
          <a:p>
            <a:r>
              <a:t>Overall Rating: UNKNOWN</a:t>
            </a:r>
          </a:p>
          <a:p/>
          <a:p>
            <a:r>
              <a:t>Pillar Ratings:</a:t>
            </a:r>
          </a:p>
          <a:p>
            <a:r>
              <a:t>• Environmental: MEDIUM</a:t>
            </a:r>
          </a:p>
          <a:p>
            <a:r>
              <a:t>• Social: LOW</a:t>
            </a:r>
          </a:p>
          <a:p>
            <a:r>
              <a:t>• Governance: LOW</a:t>
            </a:r>
          </a:p>
          <a:p/>
          <a:p>
            <a:r>
              <a:t>Controversies:</a:t>
            </a:r>
          </a:p>
          <a:p>
            <a:r>
              <a:t>None identified</a:t>
            </a:r>
          </a:p>
          <a:p/>
          <a:p>
            <a:r>
              <a:t>Source: Manu Forti Intelligence | Confidential | March 2026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